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4584-F23C-405B-CD9E-1E279AF83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3400" y="1049868"/>
            <a:ext cx="9251452" cy="1092199"/>
          </a:xfrm>
        </p:spPr>
        <p:txBody>
          <a:bodyPr>
            <a:normAutofit/>
          </a:bodyPr>
          <a:lstStyle/>
          <a:p>
            <a:r>
              <a:rPr lang="en-IN" sz="3600" i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Computer network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B5306-E886-4BF4-151C-93370B5C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4928" y="3573537"/>
            <a:ext cx="8637072" cy="2166863"/>
          </a:xfrm>
        </p:spPr>
        <p:txBody>
          <a:bodyPr>
            <a:noAutofit/>
          </a:bodyPr>
          <a:lstStyle/>
          <a:p>
            <a:r>
              <a:rPr lang="en-IN" b="1" i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Network topology graph crud</a:t>
            </a:r>
          </a:p>
          <a:p>
            <a:endParaRPr lang="en-IN" b="1" i="1" dirty="0">
              <a:solidFill>
                <a:schemeClr val="accent4">
                  <a:lumMod val="75000"/>
                </a:schemeClr>
              </a:solidFill>
              <a:latin typeface="Book Antiqua" panose="02040602050305030304" pitchFamily="18" charset="0"/>
            </a:endParaRPr>
          </a:p>
          <a:p>
            <a:r>
              <a:rPr lang="en-IN" b="1" i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Baira Spoorthi</a:t>
            </a:r>
          </a:p>
          <a:p>
            <a:r>
              <a:rPr lang="en-IN" b="1" i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Nellore sanjana </a:t>
            </a:r>
          </a:p>
        </p:txBody>
      </p:sp>
    </p:spTree>
    <p:extLst>
      <p:ext uri="{BB962C8B-B14F-4D97-AF65-F5344CB8AC3E}">
        <p14:creationId xmlns:p14="http://schemas.microsoft.com/office/powerpoint/2010/main" val="242657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EBEC-FBB9-2ED9-D332-AA505584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EC35CE-AE88-2DB9-DF45-5E86D6EA7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645" y="2179845"/>
            <a:ext cx="642964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Computer networks consist of multiple connected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Managing these devices manually is difficult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Need a system to represent network structure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Perform operations like adding, deleting, updating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Store network data permanently for future use </a:t>
            </a:r>
          </a:p>
        </p:txBody>
      </p:sp>
    </p:spTree>
    <p:extLst>
      <p:ext uri="{BB962C8B-B14F-4D97-AF65-F5344CB8AC3E}">
        <p14:creationId xmlns:p14="http://schemas.microsoft.com/office/powerpoint/2010/main" val="189671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C7DA-AF2F-079F-0320-4D36C65F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Real-world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2E4CD-8CA8-CE0B-8542-6B11ED48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293318"/>
            <a:ext cx="9603275" cy="3450613"/>
          </a:xfrm>
        </p:spPr>
        <p:txBody>
          <a:bodyPr/>
          <a:lstStyle/>
          <a:p>
            <a:r>
              <a:rPr lang="en-US" dirty="0"/>
              <a:t>Used in network management systems </a:t>
            </a:r>
          </a:p>
          <a:p>
            <a:r>
              <a:rPr lang="en-US" dirty="0"/>
              <a:t>Helps monitor routers, switches, and computers </a:t>
            </a:r>
          </a:p>
          <a:p>
            <a:r>
              <a:rPr lang="en-US" dirty="0"/>
              <a:t>Used in IT infrastructure management </a:t>
            </a:r>
          </a:p>
          <a:p>
            <a:r>
              <a:rPr lang="en-US" dirty="0"/>
              <a:t>Represents real-world network topology </a:t>
            </a:r>
          </a:p>
          <a:p>
            <a:r>
              <a:rPr lang="en-US" dirty="0"/>
              <a:t>Useful for learning and simulation purposes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97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3C45-6179-55FA-C41B-F057BBF0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Data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 </a:t>
            </a:r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85A62-DB84-5A2D-41FE-B383D52C0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Graph (Adjacency List Representation)</a:t>
            </a:r>
            <a:r>
              <a:rPr lang="en-IN" dirty="0"/>
              <a:t> </a:t>
            </a:r>
          </a:p>
          <a:p>
            <a:r>
              <a:rPr lang="en-IN" b="1" dirty="0"/>
              <a:t>Explanation:</a:t>
            </a:r>
            <a:endParaRPr lang="en-IN" dirty="0"/>
          </a:p>
          <a:p>
            <a:r>
              <a:rPr lang="en-IN" dirty="0"/>
              <a:t>Vertex → Represents a device </a:t>
            </a:r>
          </a:p>
          <a:p>
            <a:r>
              <a:rPr lang="en-IN" dirty="0"/>
              <a:t>Edge → Represents a connection </a:t>
            </a:r>
          </a:p>
          <a:p>
            <a:r>
              <a:rPr lang="en-IN" b="1" dirty="0"/>
              <a:t>Structures Used:</a:t>
            </a:r>
            <a:endParaRPr lang="en-IN" dirty="0"/>
          </a:p>
          <a:p>
            <a:r>
              <a:rPr lang="en-IN" dirty="0"/>
              <a:t>struct Vertex → stores device details </a:t>
            </a:r>
          </a:p>
          <a:p>
            <a:r>
              <a:rPr lang="en-IN" dirty="0"/>
              <a:t>struct AdjNode → stores connections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952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C4CE-F25D-D6CB-57F6-EA94858E7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B355F-B817-627F-CAEA-1F396583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Devices stored in an array </a:t>
            </a:r>
          </a:p>
          <a:p>
            <a:r>
              <a:rPr lang="en-US" dirty="0"/>
              <a:t>Connections stored as linked lists </a:t>
            </a:r>
          </a:p>
          <a:p>
            <a:r>
              <a:rPr lang="en-US" dirty="0"/>
              <a:t>Each device maintains its own adjacency list </a:t>
            </a:r>
          </a:p>
          <a:p>
            <a:r>
              <a:rPr lang="en-US" b="1" dirty="0"/>
              <a:t>System Flow:</a:t>
            </a:r>
          </a:p>
          <a:p>
            <a:pPr marL="0" indent="0">
              <a:buNone/>
            </a:pPr>
            <a:r>
              <a:rPr lang="en-US" dirty="0"/>
              <a:t>     User Input → Processing → Graph Update → Output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59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EF4C-4477-6457-1677-B15ABE18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algorithm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E6353C-F315-D1A2-72D7-787B6B9C80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11690"/>
            <a:ext cx="607467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Device → Insert into vertex array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Connection → Create adjacency node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Display → Traverse adjacency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→ Find device using 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 → Modify device 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Delete → Remove device and its connections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→ Store data in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 → Retrieve data from file </a:t>
            </a:r>
          </a:p>
        </p:txBody>
      </p:sp>
    </p:spTree>
    <p:extLst>
      <p:ext uri="{BB962C8B-B14F-4D97-AF65-F5344CB8AC3E}">
        <p14:creationId xmlns:p14="http://schemas.microsoft.com/office/powerpoint/2010/main" val="238615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270A-4C4C-F97F-8EC8-754FB0EB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E4175-3E89-25C6-0A8A-339F59AD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Language: C </a:t>
            </a:r>
          </a:p>
          <a:p>
            <a:r>
              <a:rPr lang="en-US" dirty="0"/>
              <a:t>Concepts used: </a:t>
            </a:r>
          </a:p>
          <a:p>
            <a:pPr lvl="1"/>
            <a:r>
              <a:rPr lang="en-US" sz="2000" dirty="0"/>
              <a:t>Structures (struct) </a:t>
            </a:r>
          </a:p>
          <a:p>
            <a:pPr lvl="1"/>
            <a:r>
              <a:rPr lang="en-US" sz="2000" dirty="0"/>
              <a:t>Dynamic memory (malloc, free) </a:t>
            </a:r>
          </a:p>
          <a:p>
            <a:pPr lvl="1"/>
            <a:r>
              <a:rPr lang="en-US" sz="2000" dirty="0"/>
              <a:t>File handling </a:t>
            </a:r>
          </a:p>
          <a:p>
            <a:r>
              <a:rPr lang="en-US" b="1" dirty="0"/>
              <a:t>File Used:</a:t>
            </a:r>
            <a:endParaRPr lang="en-US" dirty="0"/>
          </a:p>
          <a:p>
            <a:r>
              <a:rPr lang="en-US" dirty="0"/>
              <a:t>network.txt for storing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798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BAFF-A6DA-80CA-12F1-A2D2B52A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3652-5041-BB03-7624-790F8B718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new devices </a:t>
            </a:r>
          </a:p>
          <a:p>
            <a:r>
              <a:rPr lang="en-US" dirty="0"/>
              <a:t>Connect devices </a:t>
            </a:r>
          </a:p>
          <a:p>
            <a:r>
              <a:rPr lang="en-US" dirty="0"/>
              <a:t>Delete devices and connections </a:t>
            </a:r>
          </a:p>
          <a:p>
            <a:r>
              <a:rPr lang="en-US" dirty="0"/>
              <a:t>Update device details </a:t>
            </a:r>
          </a:p>
          <a:p>
            <a:r>
              <a:rPr lang="en-US" dirty="0"/>
              <a:t>Search devices </a:t>
            </a:r>
          </a:p>
          <a:p>
            <a:r>
              <a:rPr lang="en-US" dirty="0"/>
              <a:t>Display network topology </a:t>
            </a:r>
          </a:p>
          <a:p>
            <a:r>
              <a:rPr lang="en-US" dirty="0"/>
              <a:t>Save and load data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27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BCAB-1A93-71EF-48C8-B2AB1153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Demo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20E31-CE4D-3FE1-8808-F00FAD4D9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533" y="1930400"/>
            <a:ext cx="7013451" cy="38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75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A8E28-3366-A1FC-0FB2-C684C2B1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F7C0A-16DE-CD92-B94F-090391AFB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696" y="1997687"/>
            <a:ext cx="6228771" cy="376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7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CC26-63FE-7C21-8B68-F88D7EF3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026AF2-75A9-254A-E8E0-52187EC701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411659"/>
            <a:ext cx="4645025" cy="264745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5F87D7-1516-9A4C-0B33-137FA51B6A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297907"/>
            <a:ext cx="4645025" cy="288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1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C782-5A05-0ACE-27DE-BCBD48FE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D305A5-5540-4AD7-3C84-FD5B15C7A2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540343"/>
            <a:ext cx="4645025" cy="239008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6FA575-5856-8101-8707-8D51EBAA4E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547626"/>
            <a:ext cx="4645025" cy="23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2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5593-5A8B-435B-BDF0-1AF78062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0D216A-735D-A6A0-2C36-F1728C0F76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502301"/>
            <a:ext cx="4645025" cy="246617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23C5A3-F736-2C35-6EED-03C7E0B52D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554409"/>
            <a:ext cx="4645025" cy="236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6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F375-614E-1F64-6A03-DD66DB86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58F3C8-3E91-9EBA-0BEE-8DB15FF4CC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668779"/>
            <a:ext cx="4645025" cy="213321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73CF30-5F6E-D578-2A2B-A0C7FAA0B4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727241"/>
            <a:ext cx="4645025" cy="202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5593-2678-15CC-02F3-AAD6E450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274F-811B-119B-6CC4-065492B31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 representation using graph </a:t>
            </a:r>
          </a:p>
          <a:p>
            <a:r>
              <a:rPr lang="en-US" dirty="0"/>
              <a:t>Easy to manage network structure </a:t>
            </a:r>
          </a:p>
          <a:p>
            <a:r>
              <a:rPr lang="en-US" dirty="0"/>
              <a:t>Uses dynamic memory efficiently </a:t>
            </a:r>
          </a:p>
          <a:p>
            <a:r>
              <a:rPr lang="en-US" dirty="0"/>
              <a:t>Data is stored permanently </a:t>
            </a:r>
          </a:p>
          <a:p>
            <a:r>
              <a:rPr lang="en-US" dirty="0"/>
              <a:t>Simple and user-friendly interface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330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61F0-7D2B-F417-2958-09343294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Bradley Hand ITC" panose="03070402050302030203" pitchFamily="66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A0BA86-7416-CA6D-B311-6531E65DD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0950" y="1864926"/>
            <a:ext cx="443589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implemented graph using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Performed all CRUD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Stored data using file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Simulated real-world network topology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meets all requirements </a:t>
            </a:r>
          </a:p>
        </p:txBody>
      </p:sp>
    </p:spTree>
    <p:extLst>
      <p:ext uri="{BB962C8B-B14F-4D97-AF65-F5344CB8AC3E}">
        <p14:creationId xmlns:p14="http://schemas.microsoft.com/office/powerpoint/2010/main" val="19660419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{B83FD71C-4180-4E51-8B96-754828F2241D}TFc986dd65-aaf0-4d5c-bef9-9c391ee05f7b738e0fce-4a319d133af4</Template>
  <TotalTime>722</TotalTime>
  <Words>297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Book Antiqua</vt:lpstr>
      <vt:lpstr>Bradley Hand ITC</vt:lpstr>
      <vt:lpstr>Gill Sans MT</vt:lpstr>
      <vt:lpstr>Gallery</vt:lpstr>
      <vt:lpstr>Computer network monitoring</vt:lpstr>
      <vt:lpstr>Problem statement</vt:lpstr>
      <vt:lpstr>Real-world application</vt:lpstr>
      <vt:lpstr>Data structure used</vt:lpstr>
      <vt:lpstr>System design</vt:lpstr>
      <vt:lpstr>algorithm</vt:lpstr>
      <vt:lpstr>implementation</vt:lpstr>
      <vt:lpstr>features</vt:lpstr>
      <vt:lpstr>Demo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nellore</dc:creator>
  <cp:lastModifiedBy>sanjana nellore</cp:lastModifiedBy>
  <cp:revision>2</cp:revision>
  <dcterms:created xsi:type="dcterms:W3CDTF">2026-04-04T18:35:14Z</dcterms:created>
  <dcterms:modified xsi:type="dcterms:W3CDTF">2026-04-05T06:37:41Z</dcterms:modified>
</cp:coreProperties>
</file>